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48640"/>
            <a:ext cx="4754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CLUBE DE DESBRAVADORES • GUIA INSTRUTIVO OFICIAL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0" y="548640"/>
            <a:ext cx="3200400" cy="41148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0" y="548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ÁREA: ARTES E HABILIDADES MANUAIS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Amigurumi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</a:rPr>
              <a:t>Apresentação Didática Completa com Todas as 3 Questões Respondidas, Pontos Fundamentais de Fixação e Dinâmicas Práticas.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333756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INSTRUTOR(A)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Liderança do Clube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3794760"/>
            <a:ext cx="333756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9776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CLUBE &amp; UNIDADE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4343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Clube de Desbravadores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3794760"/>
            <a:ext cx="333756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9776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CONTEÚDO PROGRAMÁTICO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3434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Requisitos Oficiais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100% Respondidos e Explicados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DBV Tudo • Sistema Interativo de Especialidades e Classes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ESTRUTURA DA ESPECIALIDADE: REQUISITOS OFICIAIS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Amigurumi • Total: 3 Itens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61872"/>
            <a:ext cx="685800" cy="356616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61872"/>
            <a:ext cx="685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Item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2344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O que é amigurumi?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856232"/>
            <a:ext cx="685800" cy="356616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56232"/>
            <a:ext cx="685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Item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82880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Qual a agulha adequada?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106984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450592"/>
            <a:ext cx="685800" cy="356616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450592"/>
            <a:ext cx="685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Item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242316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Fazer uma peça de amigurumi.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"/>
            <a:ext cx="2286000" cy="43891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REQUISITO 1 DE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Amigurumi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PERGUNTA / ENUNCIADO OFICIAL: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 que é amigurumi?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12848"/>
            <a:ext cx="3474720" cy="320040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📖 RESPOSTA DIDÁTICA E EXPLICAÇÃO: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Explicação didática detalhada do requisito O que é amigurumi?.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🎯 PONTOS DE FIXAÇÃO &amp; MEMORIZAÇÃO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Compreensão clara do conceito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Memorização dos pontos principais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Aplicação prática no dia a 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🏕️ DINÂMICA PRÁTICA NA UNIDADE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Realize uma dinâmica interativa no cantinho da unidade: divida os desbravadores em duplas para praticar e fixar o requisito de forma lúdica.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💡 Dica ao Instrutor: Conecte o requisito com lições espirituais e vivências práticas de campo.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Slide 3 de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"/>
            <a:ext cx="2286000" cy="43891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REQUISITO 2 DE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Amigurumi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PERGUNTA / ENUNCIADO OFICIAL: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Qual a agulha adequada?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12848"/>
            <a:ext cx="3474720" cy="320040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📖 RESPOSTA DIDÁTICA E EXPLICAÇÃO: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Explicação didática detalhada do requisito Qual a agulha adequada?.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🎯 PONTOS DE FIXAÇÃO &amp; MEMORIZAÇÃO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Compreensão clara do conceito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Memorização dos pontos principais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Aplicação prática no dia a 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🏕️ DINÂMICA PRÁTICA NA UNIDADE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Realize uma dinâmica interativa no cantinho da unidade: divida os desbravadores em duplas para praticar e fixar o requisito de forma lúdica.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💡 Dica ao Instrutor: Conecte o requisito com lições espirituais e vivências práticas de campo.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Slide 4 de 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"/>
            <a:ext cx="2286000" cy="43891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REQUISITO 3 DE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Amigurumi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9601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</a:rPr>
              <a:t>PERGUNTA / ENUNCIADO OFICIAL: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Fazer uma peça de amigurumi.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12848"/>
            <a:ext cx="3474720" cy="320040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📖 RESPOSTA DIDÁTICA E EXPLICAÇÃO: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Explicação didática detalhada do requisito Fazer uma peça de amigurumi..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🎯 PONTOS DE FIXAÇÃO &amp; MEMORIZAÇÃO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Compreensão clara do conceito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Memorização dos pontos principais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Aplicação prática no dia a 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</a:rPr>
              <a:t>🏕️ DINÂMICA PRÁTICA NA UNIDADE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48463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Realize uma dinâmica interativa no cantinho da unidade: divida os desbravadores em duplas para praticar e fixar o requisito de forma lúdica.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💡 Dica ao Instrutor: Conecte o requisito com lições espirituais e vivências práticas de campo.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Slide 5 de 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GUIA PEDAGÓGICO: AVALIAÇÃO E REGISTRO DA ESPECIALIDADE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371600"/>
            <a:ext cx="5029200" cy="347472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1. AVALIAÇÃO TEÓRICA E DIALOGADA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81051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Aplique a Prova Ao Vivo no app DBV Tudo ou faça um circuito de perguntas com cartões para conferir se todos os membros da unidade compreenderam os conceitos fundamentais.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017520"/>
            <a:ext cx="5029200" cy="347472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17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2. COMPROVAÇÃO PRÁTICA E DEMONSTRAÇÕES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456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Exija as demonstrações práticas exigidas (desenhos, relatórios, coleções, acampamento ou projetos de serviço comunitário) no cantinho da unidade com acompanhamento do conselheiro.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663440"/>
            <a:ext cx="5029200" cy="347472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663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3. ASSINATURA NO CADERNO &amp; REGISTRO NO SGC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510235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Após a aprovação de todos os requisitos, assine a ficha de especialidade do desbravador e solicite à secretaria do clube a homologação e compra da insígnia oficial.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1097280"/>
            <a:ext cx="3749040" cy="4572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</a:rPr>
              <a:t>ESPECIALIDADE CONCLUÍDA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Parabéns aos Desbravadores!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Todos os 3 requisitos da especialidade de Amigurumi foram estudados e fundamentados.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3657600"/>
            <a:ext cx="75895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7947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LEMA DOS DESBRAVADORES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41148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"O amor de Cristo me motiva."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Maranata: o Senhor logo vem!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_____________________________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Instrutor(a): Responsável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5486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_____________________________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Diretoria / Conselheiro(a)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2026-10-18T10:43:37Z</dcterms:created>
  <dcterms:modified xsi:type="dcterms:W3CDTF">2026-10-18T10:43:37Z</dcterms:modified>
</cp:coreProperties>
</file>