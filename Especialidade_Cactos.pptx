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548640"/>
            <a:ext cx="475488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486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803D"/>
                </a:solidFill>
              </a:rPr>
              <a:t>CLUBE DE DESBRAVADORES • GUIA INSTRUTIVO OFICIAL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0" y="548640"/>
            <a:ext cx="3200400" cy="411480"/>
          </a:xfrm>
          <a:prstGeom prst="roundRect">
            <a:avLst/>
          </a:prstGeom>
          <a:solidFill>
            <a:srgbClr val="15803D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0" y="5486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ÁREA: ESTUDOS DA NATUREZA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Cactos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Apresentação Didática Completa com Todas as 2 Questões Respondidas, Pontos Fundamentais de Fixação e Dinâmicas Práticas.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840480"/>
            <a:ext cx="329184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0233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INSTRUTOR(A)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43891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Líder Gabriel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89120" y="3840480"/>
            <a:ext cx="329184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40233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CLUBE &amp; UNIDADE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0" y="43891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Pioneiros da Colina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46720" y="3840480"/>
            <a:ext cx="329184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40233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CONTEÚDO PROGRAMÁTICO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0" y="43891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 Requisitos Oficiais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100% Respondidos e Explicados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DBV Tudo • Sistema Interativo de Especialidades e Classes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ESTRUTURA DA ESPECIALIDADE: REQUISITOS OFICIAIS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182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2E8F0"/>
                </a:solidFill>
              </a:rPr>
              <a:t>Cactos • Total: 2 Itens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06984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261872"/>
            <a:ext cx="685800" cy="356616"/>
          </a:xfrm>
          <a:prstGeom prst="roundRect">
            <a:avLst/>
          </a:prstGeom>
          <a:solidFill>
            <a:srgbClr val="DCFCE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261872"/>
            <a:ext cx="68580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6534"/>
                </a:solidFill>
              </a:rPr>
              <a:t>Item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00200" y="1234440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Quais são as principais características de um cacto?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783080"/>
            <a:ext cx="106984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856232"/>
            <a:ext cx="685800" cy="356616"/>
          </a:xfrm>
          <a:prstGeom prst="roundRect">
            <a:avLst/>
          </a:prstGeom>
          <a:solidFill>
            <a:srgbClr val="DCFCE7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856232"/>
            <a:ext cx="68580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6534"/>
                </a:solidFill>
              </a:rPr>
              <a:t>Item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00200" y="1828800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Mencionar três espécies comuns no Brasil.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64592"/>
            <a:ext cx="2286000" cy="438912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03D"/>
                </a:solidFill>
              </a:rPr>
              <a:t>REQUISITO 1 DE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0" y="1371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Cactos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960120"/>
            <a:ext cx="106984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10332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</a:rPr>
              <a:t>PERGUNTA / ENUNCIADO OFICIAL: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28016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Quais são as principais características de um cacto?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103120"/>
            <a:ext cx="106984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212848"/>
            <a:ext cx="3474720" cy="320040"/>
          </a:xfrm>
          <a:prstGeom prst="roundRect">
            <a:avLst/>
          </a:prstGeom>
          <a:solidFill>
            <a:srgbClr val="DCFCE7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2128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6534"/>
                </a:solidFill>
              </a:rPr>
              <a:t>📖 RESPOSTA DIDÁTICA E EXPLICAÇÃO: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2606040"/>
            <a:ext cx="10332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Os cactos pertencem à família botânica Cactaceae e são plantas suculentas perfeitamente adaptadas a ambientes áridos e semiáridos. Suas principais características evolutivas incluem a transformação de folhas em espinhos para reduzir a perda de água por transpiração e se defender de herbívoros; caules grossos, fleshy e fotossintéticos (geralmente verdes) que armazenam grandes volumes de água; a presença de areolas, estruturas especializadas únicas dos cactos de onde brotam espinhos, flores e novos ramos; e um sistema radicular superficial e extenso para absorver rapidamente a água de chuvas rápidas.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452628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61772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</a:rPr>
              <a:t>🎯 PONTOS DE FIXAÇÃO &amp; MEMORIZAÇÃO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14400" y="484632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✓ Presença de areolas, estrutura exclusiva da família Cactaceae.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✓ Folhas modificadas em espinhos para economia de água e defesa.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✓ Caules suculentos adaptados para o armazenamento de água e realização de fotossíntese.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17920" y="452628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461772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</a:rPr>
              <a:t>🏕️ DINÂMICA PRÁTICA NA UNIDADE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00800" y="484632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Leve diferentes espécies de cactos (ou fotos em alta resolução) para a reunião. Peça aos desbravadores para identificarem visualmente as areolas e explicarem como cada parte da planta ajuda na sobrevivência no deserto.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💡 Dica ao Instrutor: Utilize analogias visuais, comparando o caule do cacto a uma 'caixa d'água viva' e os espinhos a um 'sistema de segurança e proteção', para fixar o conceito de adaptação ecológica.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Slide 3 de 6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64592"/>
            <a:ext cx="2286000" cy="438912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03D"/>
                </a:solidFill>
              </a:rPr>
              <a:t>REQUISITO 2 DE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0" y="1371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Cactos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960120"/>
            <a:ext cx="106984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10332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</a:rPr>
              <a:t>PERGUNTA / ENUNCIADO OFICIAL: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28016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Mencionar três espécies comuns no Brasil.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103120"/>
            <a:ext cx="106984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212848"/>
            <a:ext cx="3474720" cy="320040"/>
          </a:xfrm>
          <a:prstGeom prst="roundRect">
            <a:avLst/>
          </a:prstGeom>
          <a:solidFill>
            <a:srgbClr val="DCFCE7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2128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6534"/>
                </a:solidFill>
              </a:rPr>
              <a:t>📖 RESPOSTA DIDÁTICA E EXPLICAÇÃO: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2606040"/>
            <a:ext cx="10332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O Brasil possui uma rica diversidade de cactos nativos, especialmente na região Nordeste (Caatinga) e em biomas de restinga e campos rupestres. Três espécies muito comuns e representativas da flora brasileira são o Mandacaru (Cereus jamacaru), o Xique-xique (Pilosocereus pachycladus) e a Palma Forrageira (Opuntia ficus-indica, amplamente cultivada e naturalizada).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452628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61772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</a:rPr>
              <a:t>🎯 PONTOS DE FIXAÇÃO &amp; MEMORIZAÇÃO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14400" y="484632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✓ Mandacaru (Cereus jamacaru): símbolo da resistência nordestina, porte arbóreo e flores noturnas.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✓ Xique-xique (Pilosocereus pachycladus): conhecido por sua coloração azulada e múltiplos ramos saindo da base.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✓ Palma Forrageira (Opuntia ficus-indica): cladódios achatados, muito usada na alimentação de gado em épocas de seca.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17920" y="452628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461772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</a:rPr>
              <a:t>🏕️ DINÂMICA PRÁTICA NA UNIDADE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00800" y="484632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Projete imagens das três espécies e faça um quiz rápido tipo 'Quem sou eu?' descrevendo as características de cada uma para testar a atenção da unidade.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💡 Dica ao Instrutor: Destaque a importância ecológica e socioeconômica dessas espécies, explicando como o Mandacaru e a Palma salvam vidas de animais e humanos no sertão durante as secas prolongadas.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Slide 4 de 6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GUIA PEDAGÓGICO: AVALIAÇÃO E REGISTRO DA ESPECIALIDADE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069848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FC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371600"/>
            <a:ext cx="5029200" cy="347472"/>
          </a:xfrm>
          <a:prstGeom prst="roundRect">
            <a:avLst/>
          </a:prstGeom>
          <a:solidFill>
            <a:srgbClr val="DCFCE7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7160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6534"/>
                </a:solidFill>
              </a:rPr>
              <a:t>1. AVALIAÇÃO TEÓRICA E DIALOGADA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810512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Aplique a Prova Ao Vivo no app DBV Tudo ou faça um circuito de perguntas com cartões para conferir se todos os membros da unidade compreenderam os conceitos fundamentais.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1069848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FC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3017520"/>
            <a:ext cx="5029200" cy="347472"/>
          </a:xfrm>
          <a:prstGeom prst="roundRect">
            <a:avLst/>
          </a:prstGeom>
          <a:solidFill>
            <a:srgbClr val="DCFCE7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01752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6534"/>
                </a:solidFill>
              </a:rPr>
              <a:t>2. COMPROVAÇÃO PRÁTICA E DEMONSTRAÇÕES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3456432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Exija as demonstrações práticas exigidas (desenhos, relatórios, coleções, acampamento ou projetos de serviço comunitário) no cantinho da unidade com acompanhamento do conselheiro.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4480560"/>
            <a:ext cx="1069848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FC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4663440"/>
            <a:ext cx="5029200" cy="347472"/>
          </a:xfrm>
          <a:prstGeom prst="roundRect">
            <a:avLst/>
          </a:prstGeom>
          <a:solidFill>
            <a:srgbClr val="DCFCE7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6634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6534"/>
                </a:solidFill>
              </a:rPr>
              <a:t>3. ASSINATURA NO CADERNO &amp; REGISTRO NO SGC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05840" y="5102352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Após a aprovação de todos os requisitos, assine a ficha de especialidade do desbravador e solicite à secretaria do clube a homologação e compra da insígnia oficial.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Shape 1"/>
          <p:cNvSpPr/>
          <p:nvPr/>
        </p:nvSpPr>
        <p:spPr>
          <a:xfrm>
            <a:off x="4206240" y="1097280"/>
            <a:ext cx="3749040" cy="45720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206240" y="10972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803D"/>
                </a:solidFill>
              </a:rPr>
              <a:t>ESPECIALIDADE CONCLUÍDA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Parabéns aos Desbravadores!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Todos os 2 requisitos da especialidade de Cactos foram estudados e fundamentados.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286000" y="3657600"/>
            <a:ext cx="758952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379476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LEMA DOS DESBRAVADORES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411480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"O amor de Cristo me motiva."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Maranata: o Senhor logo vem!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54864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_____________________________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Instrutor(a): Líder Gabriel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75120" y="54864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_____________________________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Diretoria / Conselheiro(a)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2026-10-17T10:02:40Z</dcterms:created>
  <dcterms:modified xsi:type="dcterms:W3CDTF">2026-10-17T10:02:40Z</dcterms:modified>
</cp:coreProperties>
</file>